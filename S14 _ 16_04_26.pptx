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Economica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Open Sans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italic.fntdata"/><Relationship Id="rId11" Type="http://schemas.openxmlformats.org/officeDocument/2006/relationships/font" Target="fonts/Economica-bold.fntdata"/><Relationship Id="rId10" Type="http://schemas.openxmlformats.org/officeDocument/2006/relationships/font" Target="fonts/Economica-regular.fntdata"/><Relationship Id="rId21" Type="http://schemas.openxmlformats.org/officeDocument/2006/relationships/font" Target="fonts/OpenSansLight-boldItalic.fntdata"/><Relationship Id="rId13" Type="http://schemas.openxmlformats.org/officeDocument/2006/relationships/font" Target="fonts/Economica-boldItalic.fntdata"/><Relationship Id="rId12" Type="http://schemas.openxmlformats.org/officeDocument/2006/relationships/font" Target="fonts/Economic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Light-bold.fntdata"/><Relationship Id="rId6" Type="http://schemas.openxmlformats.org/officeDocument/2006/relationships/slide" Target="slides/slide1.xml"/><Relationship Id="rId18" Type="http://schemas.openxmlformats.org/officeDocument/2006/relationships/font" Target="fonts/OpenSan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697302e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697302e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97302ef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97302ef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97302ef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697302ef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9326" y="0"/>
            <a:ext cx="288174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1900" y="990600"/>
            <a:ext cx="238125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-15425" y="4278425"/>
            <a:ext cx="421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Sainte soeur Faustine Kowalska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(1905-1938)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437225"/>
            <a:ext cx="8745000" cy="4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287"/>
              <a:buFont typeface="Arial"/>
              <a:buNone/>
            </a:pPr>
            <a:r>
              <a:rPr b="1" lang="fr" sz="4350">
                <a:latin typeface="Economica"/>
                <a:ea typeface="Economica"/>
                <a:cs typeface="Economica"/>
                <a:sym typeface="Economica"/>
              </a:rPr>
              <a:t>Ma miséricorde est plus grande que ta misère et celle du monde entier.</a:t>
            </a:r>
            <a:br>
              <a:rPr b="1" lang="fr" sz="4350">
                <a:latin typeface="Economica"/>
                <a:ea typeface="Economica"/>
                <a:cs typeface="Economica"/>
                <a:sym typeface="Economica"/>
              </a:rPr>
            </a:br>
            <a:r>
              <a:rPr b="1" lang="fr" sz="4350">
                <a:latin typeface="Economica"/>
                <a:ea typeface="Economica"/>
                <a:cs typeface="Economica"/>
                <a:sym typeface="Economica"/>
              </a:rPr>
              <a:t>Qui a pris la mesure de ma bonté ?</a:t>
            </a:r>
            <a:endParaRPr b="1" sz="43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lang="fr" sz="3800">
                <a:latin typeface="Economica"/>
                <a:ea typeface="Economica"/>
                <a:cs typeface="Economica"/>
                <a:sym typeface="Economica"/>
              </a:rPr>
              <a:t>Pour toi, je suis descendu du ciel sur la terre,</a:t>
            </a:r>
            <a:br>
              <a:rPr lang="fr" sz="3800">
                <a:latin typeface="Economica"/>
                <a:ea typeface="Economica"/>
                <a:cs typeface="Economica"/>
                <a:sym typeface="Economica"/>
              </a:rPr>
            </a:br>
            <a:r>
              <a:rPr lang="fr" sz="3800">
                <a:latin typeface="Economica"/>
                <a:ea typeface="Economica"/>
                <a:cs typeface="Economica"/>
                <a:sym typeface="Economica"/>
              </a:rPr>
              <a:t>pour toi je me suis laissé clouer à la croix,</a:t>
            </a:r>
            <a:br>
              <a:rPr lang="fr" sz="3800">
                <a:latin typeface="Economica"/>
                <a:ea typeface="Economica"/>
                <a:cs typeface="Economica"/>
                <a:sym typeface="Economica"/>
              </a:rPr>
            </a:br>
            <a:r>
              <a:rPr lang="fr" sz="3800">
                <a:latin typeface="Economica"/>
                <a:ea typeface="Economica"/>
                <a:cs typeface="Economica"/>
                <a:sym typeface="Economica"/>
              </a:rPr>
              <a:t>pour toi j’ai permis que mon coeur soit ouvert d’un coup de lance</a:t>
            </a:r>
            <a:br>
              <a:rPr lang="fr" sz="3800">
                <a:latin typeface="Economica"/>
                <a:ea typeface="Economica"/>
                <a:cs typeface="Economica"/>
                <a:sym typeface="Economica"/>
              </a:rPr>
            </a:br>
            <a:r>
              <a:rPr lang="fr" sz="3800">
                <a:latin typeface="Economica"/>
                <a:ea typeface="Economica"/>
                <a:cs typeface="Economica"/>
                <a:sym typeface="Economica"/>
              </a:rPr>
              <a:t>et je t’ai ainsi ouvert la source de miséricorde ;</a:t>
            </a:r>
            <a:br>
              <a:rPr lang="fr" sz="3800">
                <a:latin typeface="Economica"/>
                <a:ea typeface="Economica"/>
                <a:cs typeface="Economica"/>
                <a:sym typeface="Economica"/>
              </a:rPr>
            </a:br>
            <a:r>
              <a:rPr lang="fr" sz="3800">
                <a:latin typeface="Economica"/>
                <a:ea typeface="Economica"/>
                <a:cs typeface="Economica"/>
                <a:sym typeface="Economica"/>
              </a:rPr>
              <a:t>viens et puise les grâces de cette source avec le vase de la confiance.</a:t>
            </a:r>
            <a:endParaRPr sz="3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836"/>
              <a:buFont typeface="Arial"/>
              <a:buNone/>
            </a:pPr>
            <a:r>
              <a:t/>
            </a:r>
            <a:endParaRPr sz="335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3750">
                <a:latin typeface="Economica"/>
                <a:ea typeface="Economica"/>
                <a:cs typeface="Economica"/>
                <a:sym typeface="Economica"/>
              </a:rPr>
              <a:t>Je ne rejette jamais un coeur humble, ta misère a sombré dans l’abîme de ma miséricorde.</a:t>
            </a:r>
            <a:br>
              <a:rPr lang="fr" sz="3750">
                <a:latin typeface="Economica"/>
                <a:ea typeface="Economica"/>
                <a:cs typeface="Economica"/>
                <a:sym typeface="Economica"/>
              </a:rPr>
            </a:br>
            <a:r>
              <a:rPr lang="fr" sz="3750">
                <a:latin typeface="Economica"/>
                <a:ea typeface="Economica"/>
                <a:cs typeface="Economica"/>
                <a:sym typeface="Economica"/>
              </a:rPr>
              <a:t>Pourquoi devrais-tu te disputer avec moi au sujet de ta misère ?</a:t>
            </a:r>
            <a:br>
              <a:rPr lang="fr" sz="3750">
                <a:latin typeface="Economica"/>
                <a:ea typeface="Economica"/>
                <a:cs typeface="Economica"/>
                <a:sym typeface="Economica"/>
              </a:rPr>
            </a:br>
            <a:r>
              <a:rPr lang="fr" sz="3750">
                <a:latin typeface="Economica"/>
                <a:ea typeface="Economica"/>
                <a:cs typeface="Economica"/>
                <a:sym typeface="Economica"/>
              </a:rPr>
              <a:t>Fais-moi plaisir, abandonne-moi toute ta pauvreté et ta misère</a:t>
            </a:r>
            <a:br>
              <a:rPr lang="fr" sz="3750">
                <a:latin typeface="Economica"/>
                <a:ea typeface="Economica"/>
                <a:cs typeface="Economica"/>
                <a:sym typeface="Economica"/>
              </a:rPr>
            </a:br>
            <a:r>
              <a:rPr lang="fr" sz="3750">
                <a:latin typeface="Economica"/>
                <a:ea typeface="Economica"/>
                <a:cs typeface="Economica"/>
                <a:sym typeface="Economica"/>
              </a:rPr>
              <a:t>et je te comblerai d’un trésor de grâces.</a:t>
            </a:r>
            <a:endParaRPr sz="375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126" y="0"/>
            <a:ext cx="288174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740900" y="1986150"/>
            <a:ext cx="17574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2"/>
                </a:solidFill>
                <a:latin typeface="Economica"/>
                <a:ea typeface="Economica"/>
                <a:cs typeface="Economica"/>
                <a:sym typeface="Economica"/>
              </a:rPr>
              <a:t>Jésus </a:t>
            </a:r>
            <a:br>
              <a:rPr lang="fr" sz="2100">
                <a:solidFill>
                  <a:schemeClr val="dk2"/>
                </a:solidFill>
                <a:latin typeface="Economica"/>
                <a:ea typeface="Economica"/>
                <a:cs typeface="Economica"/>
                <a:sym typeface="Economica"/>
              </a:rPr>
            </a:br>
            <a:r>
              <a:rPr lang="fr" sz="2100">
                <a:solidFill>
                  <a:schemeClr val="dk2"/>
                </a:solidFill>
                <a:latin typeface="Economica"/>
                <a:ea typeface="Economica"/>
                <a:cs typeface="Economica"/>
                <a:sym typeface="Economica"/>
              </a:rPr>
              <a:t>j’ai confiance </a:t>
            </a:r>
            <a:endParaRPr sz="2100">
              <a:solidFill>
                <a:schemeClr val="dk2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2"/>
                </a:solidFill>
                <a:latin typeface="Economica"/>
                <a:ea typeface="Economica"/>
                <a:cs typeface="Economica"/>
                <a:sym typeface="Economica"/>
              </a:rPr>
              <a:t>en Toi</a:t>
            </a:r>
            <a:endParaRPr sz="2100">
              <a:solidFill>
                <a:schemeClr val="dk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2032200" y="909000"/>
            <a:ext cx="5079600" cy="3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Cantique de Syméon</a:t>
            </a:r>
            <a:r>
              <a:rPr lang="fr" sz="1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(Lc 2, 29-32)</a:t>
            </a:r>
            <a:endParaRPr sz="11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Maintenant, Seigneur,</a:t>
            </a:r>
            <a:br>
              <a:rPr lang="fr" sz="1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lang="fr" sz="1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Tu peux me laisser m'en aller dans la paix</a:t>
            </a:r>
            <a:br>
              <a:rPr lang="fr" sz="1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lang="fr" sz="1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Maintenant, Seigneur,</a:t>
            </a:r>
            <a:br>
              <a:rPr lang="fr" sz="1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lang="fr" sz="1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Tu peux me laisser reposer</a:t>
            </a:r>
            <a:endParaRPr sz="11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1 - Tu peux laisser s'en aller ton serviteur</a:t>
            </a:r>
            <a:b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 paix selon ta parole,</a:t>
            </a:r>
            <a:b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Car mes yeux ont vu le salut que tu prépares</a:t>
            </a:r>
            <a:b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la face des peuples.</a:t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2 - Lumière pour éclairer les nations</a:t>
            </a:r>
            <a:b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Et gloire d'Israël ton peuple.</a:t>
            </a:r>
            <a:b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Gloire au père, et au Fils, et au Saint Esprit</a:t>
            </a:r>
            <a:b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r>
              <a:rPr lang="fr" sz="11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Pour les siècles des siècles.</a:t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73" name="Google Shape;73;p16" title="b9912519-4240-43fc-8246-bc6f59c412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400" y="270225"/>
            <a:ext cx="1162050" cy="21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